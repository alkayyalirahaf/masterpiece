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432"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E8D6-5220-D07E-9517-1BC65C6E16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JO"/>
          </a:p>
        </p:txBody>
      </p:sp>
      <p:sp>
        <p:nvSpPr>
          <p:cNvPr id="3" name="Subtitle 2">
            <a:extLst>
              <a:ext uri="{FF2B5EF4-FFF2-40B4-BE49-F238E27FC236}">
                <a16:creationId xmlns:a16="http://schemas.microsoft.com/office/drawing/2014/main" id="{F34E097F-08A8-9C2D-2B51-51896E86AC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JO"/>
          </a:p>
        </p:txBody>
      </p:sp>
      <p:sp>
        <p:nvSpPr>
          <p:cNvPr id="4" name="Date Placeholder 3">
            <a:extLst>
              <a:ext uri="{FF2B5EF4-FFF2-40B4-BE49-F238E27FC236}">
                <a16:creationId xmlns:a16="http://schemas.microsoft.com/office/drawing/2014/main" id="{0EE9DCC9-83E3-AD06-37BA-A5ACFC427FFA}"/>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5" name="Footer Placeholder 4">
            <a:extLst>
              <a:ext uri="{FF2B5EF4-FFF2-40B4-BE49-F238E27FC236}">
                <a16:creationId xmlns:a16="http://schemas.microsoft.com/office/drawing/2014/main" id="{32112D36-F64C-BCCB-74EF-5B456DCBF14D}"/>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A9AEAB29-0F2E-AE68-C14E-76AA58C125E5}"/>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1277304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4BC08-C468-EDB1-9B03-278525A838C4}"/>
              </a:ext>
            </a:extLst>
          </p:cNvPr>
          <p:cNvSpPr>
            <a:spLocks noGrp="1"/>
          </p:cNvSpPr>
          <p:nvPr>
            <p:ph type="title"/>
          </p:nvPr>
        </p:nvSpPr>
        <p:spPr/>
        <p:txBody>
          <a:bodyPr/>
          <a:lstStyle/>
          <a:p>
            <a:r>
              <a:rPr lang="en-US"/>
              <a:t>Click to edit Master title style</a:t>
            </a:r>
            <a:endParaRPr lang="ar-JO"/>
          </a:p>
        </p:txBody>
      </p:sp>
      <p:sp>
        <p:nvSpPr>
          <p:cNvPr id="3" name="Content Placeholder 2">
            <a:extLst>
              <a:ext uri="{FF2B5EF4-FFF2-40B4-BE49-F238E27FC236}">
                <a16:creationId xmlns:a16="http://schemas.microsoft.com/office/drawing/2014/main" id="{05EE2163-9A73-47D5-C984-5103CF44D0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E0215E37-C395-534C-CEF4-3C0112AE41E6}"/>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5" name="Footer Placeholder 4">
            <a:extLst>
              <a:ext uri="{FF2B5EF4-FFF2-40B4-BE49-F238E27FC236}">
                <a16:creationId xmlns:a16="http://schemas.microsoft.com/office/drawing/2014/main" id="{8E9CFFC9-7CB3-1C32-F778-B3129DE3CE41}"/>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13892978-AD51-519F-0D40-6B3A3C95256E}"/>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938587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29D9E-A953-0126-ECD6-6C5C07F458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JO"/>
          </a:p>
        </p:txBody>
      </p:sp>
      <p:sp>
        <p:nvSpPr>
          <p:cNvPr id="3" name="Text Placeholder 2">
            <a:extLst>
              <a:ext uri="{FF2B5EF4-FFF2-40B4-BE49-F238E27FC236}">
                <a16:creationId xmlns:a16="http://schemas.microsoft.com/office/drawing/2014/main" id="{3ED7E21C-F930-266E-E166-B3676F790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CB0B9A-E7DE-C4A2-BF86-204A95806FAE}"/>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5" name="Footer Placeholder 4">
            <a:extLst>
              <a:ext uri="{FF2B5EF4-FFF2-40B4-BE49-F238E27FC236}">
                <a16:creationId xmlns:a16="http://schemas.microsoft.com/office/drawing/2014/main" id="{2D5D71A3-D80E-6432-F761-82F44A60E762}"/>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A7CE45B3-5D4D-CEFA-1A85-8D548A25F5FD}"/>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266144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79F8F-5D22-C244-9B72-BF125416C40D}"/>
              </a:ext>
            </a:extLst>
          </p:cNvPr>
          <p:cNvSpPr>
            <a:spLocks noGrp="1"/>
          </p:cNvSpPr>
          <p:nvPr>
            <p:ph type="title"/>
          </p:nvPr>
        </p:nvSpPr>
        <p:spPr/>
        <p:txBody>
          <a:bodyPr/>
          <a:lstStyle/>
          <a:p>
            <a:r>
              <a:rPr lang="en-US"/>
              <a:t>Click to edit Master title style</a:t>
            </a:r>
            <a:endParaRPr lang="ar-JO"/>
          </a:p>
        </p:txBody>
      </p:sp>
      <p:sp>
        <p:nvSpPr>
          <p:cNvPr id="3" name="Content Placeholder 2">
            <a:extLst>
              <a:ext uri="{FF2B5EF4-FFF2-40B4-BE49-F238E27FC236}">
                <a16:creationId xmlns:a16="http://schemas.microsoft.com/office/drawing/2014/main" id="{A69EB116-0C4A-EFC9-AE87-A4804934DD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Content Placeholder 3">
            <a:extLst>
              <a:ext uri="{FF2B5EF4-FFF2-40B4-BE49-F238E27FC236}">
                <a16:creationId xmlns:a16="http://schemas.microsoft.com/office/drawing/2014/main" id="{45CA7A01-BC1D-A239-4C77-0B0A235571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Date Placeholder 4">
            <a:extLst>
              <a:ext uri="{FF2B5EF4-FFF2-40B4-BE49-F238E27FC236}">
                <a16:creationId xmlns:a16="http://schemas.microsoft.com/office/drawing/2014/main" id="{C73B2DC5-2EE6-D19D-C0FC-2AB2D9DD43F1}"/>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6" name="Footer Placeholder 5">
            <a:extLst>
              <a:ext uri="{FF2B5EF4-FFF2-40B4-BE49-F238E27FC236}">
                <a16:creationId xmlns:a16="http://schemas.microsoft.com/office/drawing/2014/main" id="{E0258ACC-7EE6-04AB-EED8-72B500AF7844}"/>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id="{BE949DF4-0D2A-E381-2FF3-DF4A6523A588}"/>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871968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E77-5E73-1AC6-FDEA-CACAD6633792}"/>
              </a:ext>
            </a:extLst>
          </p:cNvPr>
          <p:cNvSpPr>
            <a:spLocks noGrp="1"/>
          </p:cNvSpPr>
          <p:nvPr>
            <p:ph type="title"/>
          </p:nvPr>
        </p:nvSpPr>
        <p:spPr>
          <a:xfrm>
            <a:off x="839788" y="365125"/>
            <a:ext cx="10515600" cy="1325563"/>
          </a:xfrm>
        </p:spPr>
        <p:txBody>
          <a:bodyPr/>
          <a:lstStyle/>
          <a:p>
            <a:r>
              <a:rPr lang="en-US"/>
              <a:t>Click to edit Master title style</a:t>
            </a:r>
            <a:endParaRPr lang="ar-JO"/>
          </a:p>
        </p:txBody>
      </p:sp>
      <p:sp>
        <p:nvSpPr>
          <p:cNvPr id="3" name="Text Placeholder 2">
            <a:extLst>
              <a:ext uri="{FF2B5EF4-FFF2-40B4-BE49-F238E27FC236}">
                <a16:creationId xmlns:a16="http://schemas.microsoft.com/office/drawing/2014/main" id="{4FF4BC08-E1A2-26F5-126C-6A71A1FBDE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CB46F-881F-52CE-6DA0-A8EB0E2841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Text Placeholder 4">
            <a:extLst>
              <a:ext uri="{FF2B5EF4-FFF2-40B4-BE49-F238E27FC236}">
                <a16:creationId xmlns:a16="http://schemas.microsoft.com/office/drawing/2014/main" id="{275A44EA-2AAC-B52B-2294-0CDB436D3F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FC2D0B-98E0-A12A-0FC5-26FFE5D06D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7" name="Date Placeholder 6">
            <a:extLst>
              <a:ext uri="{FF2B5EF4-FFF2-40B4-BE49-F238E27FC236}">
                <a16:creationId xmlns:a16="http://schemas.microsoft.com/office/drawing/2014/main" id="{8ACAD283-FE83-9F13-996F-FA95A292CCA9}"/>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8" name="Footer Placeholder 7">
            <a:extLst>
              <a:ext uri="{FF2B5EF4-FFF2-40B4-BE49-F238E27FC236}">
                <a16:creationId xmlns:a16="http://schemas.microsoft.com/office/drawing/2014/main" id="{22CD0F6A-9E19-5FBF-EBB2-40475EF18E42}"/>
              </a:ext>
            </a:extLst>
          </p:cNvPr>
          <p:cNvSpPr>
            <a:spLocks noGrp="1"/>
          </p:cNvSpPr>
          <p:nvPr>
            <p:ph type="ftr" sz="quarter" idx="11"/>
          </p:nvPr>
        </p:nvSpPr>
        <p:spPr/>
        <p:txBody>
          <a:bodyPr/>
          <a:lstStyle/>
          <a:p>
            <a:endParaRPr lang="ar-JO"/>
          </a:p>
        </p:txBody>
      </p:sp>
      <p:sp>
        <p:nvSpPr>
          <p:cNvPr id="9" name="Slide Number Placeholder 8">
            <a:extLst>
              <a:ext uri="{FF2B5EF4-FFF2-40B4-BE49-F238E27FC236}">
                <a16:creationId xmlns:a16="http://schemas.microsoft.com/office/drawing/2014/main" id="{5795AB66-9A96-7A71-DE8F-84A10BD15BFD}"/>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2790280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6AABA-0B38-917C-30A7-2DA84809CCBA}"/>
              </a:ext>
            </a:extLst>
          </p:cNvPr>
          <p:cNvSpPr>
            <a:spLocks noGrp="1"/>
          </p:cNvSpPr>
          <p:nvPr>
            <p:ph type="title"/>
          </p:nvPr>
        </p:nvSpPr>
        <p:spPr/>
        <p:txBody>
          <a:bodyPr/>
          <a:lstStyle/>
          <a:p>
            <a:r>
              <a:rPr lang="en-US"/>
              <a:t>Click to edit Master title style</a:t>
            </a:r>
            <a:endParaRPr lang="ar-JO"/>
          </a:p>
        </p:txBody>
      </p:sp>
      <p:sp>
        <p:nvSpPr>
          <p:cNvPr id="3" name="Date Placeholder 2">
            <a:extLst>
              <a:ext uri="{FF2B5EF4-FFF2-40B4-BE49-F238E27FC236}">
                <a16:creationId xmlns:a16="http://schemas.microsoft.com/office/drawing/2014/main" id="{D89365AA-30C4-4EFE-EC3F-5724043025A0}"/>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4" name="Footer Placeholder 3">
            <a:extLst>
              <a:ext uri="{FF2B5EF4-FFF2-40B4-BE49-F238E27FC236}">
                <a16:creationId xmlns:a16="http://schemas.microsoft.com/office/drawing/2014/main" id="{3895FDFE-F3D8-6923-EE6F-CC6D4E7088A4}"/>
              </a:ext>
            </a:extLst>
          </p:cNvPr>
          <p:cNvSpPr>
            <a:spLocks noGrp="1"/>
          </p:cNvSpPr>
          <p:nvPr>
            <p:ph type="ftr" sz="quarter" idx="11"/>
          </p:nvPr>
        </p:nvSpPr>
        <p:spPr/>
        <p:txBody>
          <a:bodyPr/>
          <a:lstStyle/>
          <a:p>
            <a:endParaRPr lang="ar-JO"/>
          </a:p>
        </p:txBody>
      </p:sp>
      <p:sp>
        <p:nvSpPr>
          <p:cNvPr id="5" name="Slide Number Placeholder 4">
            <a:extLst>
              <a:ext uri="{FF2B5EF4-FFF2-40B4-BE49-F238E27FC236}">
                <a16:creationId xmlns:a16="http://schemas.microsoft.com/office/drawing/2014/main" id="{ABFEF19B-8507-7D7D-7E77-7171894436DC}"/>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2988054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AA3040-FE89-04E3-3A1E-25BF617A1052}"/>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3" name="Footer Placeholder 2">
            <a:extLst>
              <a:ext uri="{FF2B5EF4-FFF2-40B4-BE49-F238E27FC236}">
                <a16:creationId xmlns:a16="http://schemas.microsoft.com/office/drawing/2014/main" id="{6064511C-6FD4-614F-2DB4-F35E7537C129}"/>
              </a:ext>
            </a:extLst>
          </p:cNvPr>
          <p:cNvSpPr>
            <a:spLocks noGrp="1"/>
          </p:cNvSpPr>
          <p:nvPr>
            <p:ph type="ftr" sz="quarter" idx="11"/>
          </p:nvPr>
        </p:nvSpPr>
        <p:spPr/>
        <p:txBody>
          <a:bodyPr/>
          <a:lstStyle/>
          <a:p>
            <a:endParaRPr lang="ar-JO"/>
          </a:p>
        </p:txBody>
      </p:sp>
      <p:sp>
        <p:nvSpPr>
          <p:cNvPr id="4" name="Slide Number Placeholder 3">
            <a:extLst>
              <a:ext uri="{FF2B5EF4-FFF2-40B4-BE49-F238E27FC236}">
                <a16:creationId xmlns:a16="http://schemas.microsoft.com/office/drawing/2014/main" id="{EA20EC32-5865-E2B1-32A1-4A10186CF264}"/>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2515771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85D2-32D7-794B-03DC-5BCF81886F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JO"/>
          </a:p>
        </p:txBody>
      </p:sp>
      <p:sp>
        <p:nvSpPr>
          <p:cNvPr id="3" name="Content Placeholder 2">
            <a:extLst>
              <a:ext uri="{FF2B5EF4-FFF2-40B4-BE49-F238E27FC236}">
                <a16:creationId xmlns:a16="http://schemas.microsoft.com/office/drawing/2014/main" id="{BE520CE4-FF31-6E02-72FC-C55CCE9B4F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Text Placeholder 3">
            <a:extLst>
              <a:ext uri="{FF2B5EF4-FFF2-40B4-BE49-F238E27FC236}">
                <a16:creationId xmlns:a16="http://schemas.microsoft.com/office/drawing/2014/main" id="{9E375EB8-6328-9B36-87ED-51D5F684B5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B56C2-68BA-6782-5C44-00646233C4F7}"/>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6" name="Footer Placeholder 5">
            <a:extLst>
              <a:ext uri="{FF2B5EF4-FFF2-40B4-BE49-F238E27FC236}">
                <a16:creationId xmlns:a16="http://schemas.microsoft.com/office/drawing/2014/main" id="{39187F73-9FD1-C285-E68E-077486D78E32}"/>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id="{CD1A1C00-2DD4-056A-F087-B787AF095542}"/>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206590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1BE1C-3E0E-2D59-38A4-645AE78B3E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JO"/>
          </a:p>
        </p:txBody>
      </p:sp>
      <p:sp>
        <p:nvSpPr>
          <p:cNvPr id="3" name="Picture Placeholder 2">
            <a:extLst>
              <a:ext uri="{FF2B5EF4-FFF2-40B4-BE49-F238E27FC236}">
                <a16:creationId xmlns:a16="http://schemas.microsoft.com/office/drawing/2014/main" id="{CB3DE3AD-A68A-2F94-BE12-A41CE815DD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JO"/>
          </a:p>
        </p:txBody>
      </p:sp>
      <p:sp>
        <p:nvSpPr>
          <p:cNvPr id="4" name="Text Placeholder 3">
            <a:extLst>
              <a:ext uri="{FF2B5EF4-FFF2-40B4-BE49-F238E27FC236}">
                <a16:creationId xmlns:a16="http://schemas.microsoft.com/office/drawing/2014/main" id="{AB27714D-7863-FC04-37FE-565526767A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EDAE6A-AF80-61A1-60C3-F32458B7DD60}"/>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6" name="Footer Placeholder 5">
            <a:extLst>
              <a:ext uri="{FF2B5EF4-FFF2-40B4-BE49-F238E27FC236}">
                <a16:creationId xmlns:a16="http://schemas.microsoft.com/office/drawing/2014/main" id="{EC11F433-4594-AA06-14AF-10FADEC52FAB}"/>
              </a:ext>
            </a:extLst>
          </p:cNvPr>
          <p:cNvSpPr>
            <a:spLocks noGrp="1"/>
          </p:cNvSpPr>
          <p:nvPr>
            <p:ph type="ftr" sz="quarter" idx="11"/>
          </p:nvPr>
        </p:nvSpPr>
        <p:spPr/>
        <p:txBody>
          <a:bodyPr/>
          <a:lstStyle/>
          <a:p>
            <a:endParaRPr lang="ar-JO"/>
          </a:p>
        </p:txBody>
      </p:sp>
      <p:sp>
        <p:nvSpPr>
          <p:cNvPr id="7" name="Slide Number Placeholder 6">
            <a:extLst>
              <a:ext uri="{FF2B5EF4-FFF2-40B4-BE49-F238E27FC236}">
                <a16:creationId xmlns:a16="http://schemas.microsoft.com/office/drawing/2014/main" id="{CBA6F101-7D86-4017-E7DC-76DAEC0CA8FD}"/>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3372498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0A6D-37E7-E04C-A131-712A24E78600}"/>
              </a:ext>
            </a:extLst>
          </p:cNvPr>
          <p:cNvSpPr>
            <a:spLocks noGrp="1"/>
          </p:cNvSpPr>
          <p:nvPr>
            <p:ph type="title"/>
          </p:nvPr>
        </p:nvSpPr>
        <p:spPr/>
        <p:txBody>
          <a:bodyPr/>
          <a:lstStyle/>
          <a:p>
            <a:r>
              <a:rPr lang="en-US"/>
              <a:t>Click to edit Master title style</a:t>
            </a:r>
            <a:endParaRPr lang="ar-JO"/>
          </a:p>
        </p:txBody>
      </p:sp>
      <p:sp>
        <p:nvSpPr>
          <p:cNvPr id="3" name="Vertical Text Placeholder 2">
            <a:extLst>
              <a:ext uri="{FF2B5EF4-FFF2-40B4-BE49-F238E27FC236}">
                <a16:creationId xmlns:a16="http://schemas.microsoft.com/office/drawing/2014/main" id="{FA1B9E09-9A7F-8BA4-1969-CAD644C7E5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BC182104-8449-3DE3-ECF8-82D72D7C6C9B}"/>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5" name="Footer Placeholder 4">
            <a:extLst>
              <a:ext uri="{FF2B5EF4-FFF2-40B4-BE49-F238E27FC236}">
                <a16:creationId xmlns:a16="http://schemas.microsoft.com/office/drawing/2014/main" id="{FC5CD44B-0A88-BA2D-F5C8-D3CDF734130D}"/>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B965BEC6-5E44-13BE-63E5-2F7B58CD82EE}"/>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684472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153757-780D-7F93-24EB-BDDAD2B591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JO"/>
          </a:p>
        </p:txBody>
      </p:sp>
      <p:sp>
        <p:nvSpPr>
          <p:cNvPr id="3" name="Vertical Text Placeholder 2">
            <a:extLst>
              <a:ext uri="{FF2B5EF4-FFF2-40B4-BE49-F238E27FC236}">
                <a16:creationId xmlns:a16="http://schemas.microsoft.com/office/drawing/2014/main" id="{749C62B6-C02B-97A2-4C4B-063BC6A9C8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5C99CC3F-B9C6-D8A2-BC18-867320B5A115}"/>
              </a:ext>
            </a:extLst>
          </p:cNvPr>
          <p:cNvSpPr>
            <a:spLocks noGrp="1"/>
          </p:cNvSpPr>
          <p:nvPr>
            <p:ph type="dt" sz="half" idx="10"/>
          </p:nvPr>
        </p:nvSpPr>
        <p:spPr/>
        <p:txBody>
          <a:bodyPr/>
          <a:lstStyle/>
          <a:p>
            <a:fld id="{6D04C9D4-BC25-4847-BCF0-40F709FD5D28}" type="datetimeFigureOut">
              <a:rPr lang="ar-JO" smtClean="0"/>
              <a:t>11/04/1448</a:t>
            </a:fld>
            <a:endParaRPr lang="ar-JO"/>
          </a:p>
        </p:txBody>
      </p:sp>
      <p:sp>
        <p:nvSpPr>
          <p:cNvPr id="5" name="Footer Placeholder 4">
            <a:extLst>
              <a:ext uri="{FF2B5EF4-FFF2-40B4-BE49-F238E27FC236}">
                <a16:creationId xmlns:a16="http://schemas.microsoft.com/office/drawing/2014/main" id="{8F71B80D-FA20-1EF9-CF27-209BA7E41207}"/>
              </a:ext>
            </a:extLst>
          </p:cNvPr>
          <p:cNvSpPr>
            <a:spLocks noGrp="1"/>
          </p:cNvSpPr>
          <p:nvPr>
            <p:ph type="ftr" sz="quarter" idx="11"/>
          </p:nvPr>
        </p:nvSpPr>
        <p:spPr/>
        <p:txBody>
          <a:bodyPr/>
          <a:lstStyle/>
          <a:p>
            <a:endParaRPr lang="ar-JO"/>
          </a:p>
        </p:txBody>
      </p:sp>
      <p:sp>
        <p:nvSpPr>
          <p:cNvPr id="6" name="Slide Number Placeholder 5">
            <a:extLst>
              <a:ext uri="{FF2B5EF4-FFF2-40B4-BE49-F238E27FC236}">
                <a16:creationId xmlns:a16="http://schemas.microsoft.com/office/drawing/2014/main" id="{D929D87B-96FD-9F17-0D9C-21AABF6EC975}"/>
              </a:ext>
            </a:extLst>
          </p:cNvPr>
          <p:cNvSpPr>
            <a:spLocks noGrp="1"/>
          </p:cNvSpPr>
          <p:nvPr>
            <p:ph type="sldNum" sz="quarter" idx="12"/>
          </p:nvPr>
        </p:nvSpPr>
        <p:spPr/>
        <p:txBody>
          <a:bodyPr/>
          <a:lstStyle/>
          <a:p>
            <a:fld id="{FDFD4691-7AB8-4A19-B510-7802F4941DC1}" type="slidenum">
              <a:rPr lang="ar-JO" smtClean="0"/>
              <a:t>‹#›</a:t>
            </a:fld>
            <a:endParaRPr lang="ar-JO"/>
          </a:p>
        </p:txBody>
      </p:sp>
    </p:spTree>
    <p:extLst>
      <p:ext uri="{BB962C8B-B14F-4D97-AF65-F5344CB8AC3E}">
        <p14:creationId xmlns:p14="http://schemas.microsoft.com/office/powerpoint/2010/main" val="3061824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179D6F-6B76-9EC6-46C9-3E35AE10A5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JO"/>
          </a:p>
        </p:txBody>
      </p:sp>
      <p:sp>
        <p:nvSpPr>
          <p:cNvPr id="3" name="Text Placeholder 2">
            <a:extLst>
              <a:ext uri="{FF2B5EF4-FFF2-40B4-BE49-F238E27FC236}">
                <a16:creationId xmlns:a16="http://schemas.microsoft.com/office/drawing/2014/main" id="{34D54B1E-4B46-F68E-1B9D-AE9E908AE1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Date Placeholder 3">
            <a:extLst>
              <a:ext uri="{FF2B5EF4-FFF2-40B4-BE49-F238E27FC236}">
                <a16:creationId xmlns:a16="http://schemas.microsoft.com/office/drawing/2014/main" id="{4D5D1ED5-F604-D273-FE30-8A3095416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04C9D4-BC25-4847-BCF0-40F709FD5D28}" type="datetimeFigureOut">
              <a:rPr lang="ar-JO" smtClean="0"/>
              <a:t>11/04/1448</a:t>
            </a:fld>
            <a:endParaRPr lang="ar-JO"/>
          </a:p>
        </p:txBody>
      </p:sp>
      <p:sp>
        <p:nvSpPr>
          <p:cNvPr id="5" name="Footer Placeholder 4">
            <a:extLst>
              <a:ext uri="{FF2B5EF4-FFF2-40B4-BE49-F238E27FC236}">
                <a16:creationId xmlns:a16="http://schemas.microsoft.com/office/drawing/2014/main" id="{5DC61D89-0DF0-12B0-6844-AA413A139C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JO"/>
          </a:p>
        </p:txBody>
      </p:sp>
      <p:sp>
        <p:nvSpPr>
          <p:cNvPr id="6" name="Slide Number Placeholder 5">
            <a:extLst>
              <a:ext uri="{FF2B5EF4-FFF2-40B4-BE49-F238E27FC236}">
                <a16:creationId xmlns:a16="http://schemas.microsoft.com/office/drawing/2014/main" id="{803C25D1-CEBD-B67E-C62F-ECC9727968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FD4691-7AB8-4A19-B510-7802F4941DC1}" type="slidenum">
              <a:rPr lang="ar-JO" smtClean="0"/>
              <a:t>‹#›</a:t>
            </a:fld>
            <a:endParaRPr lang="ar-JO"/>
          </a:p>
        </p:txBody>
      </p:sp>
    </p:spTree>
    <p:extLst>
      <p:ext uri="{BB962C8B-B14F-4D97-AF65-F5344CB8AC3E}">
        <p14:creationId xmlns:p14="http://schemas.microsoft.com/office/powerpoint/2010/main" val="3568085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J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C9E4-3166-29AE-A105-CA303F645102}"/>
              </a:ext>
            </a:extLst>
          </p:cNvPr>
          <p:cNvSpPr>
            <a:spLocks noGrp="1"/>
          </p:cNvSpPr>
          <p:nvPr>
            <p:ph type="ctrTitle"/>
          </p:nvPr>
        </p:nvSpPr>
        <p:spPr>
          <a:xfrm>
            <a:off x="1524000" y="-68826"/>
            <a:ext cx="9144000" cy="756931"/>
          </a:xfrm>
        </p:spPr>
        <p:txBody>
          <a:bodyPr>
            <a:normAutofit/>
          </a:bodyPr>
          <a:lstStyle/>
          <a:p>
            <a:r>
              <a:rPr lang="ar-JO" sz="3000" b="1" dirty="0"/>
              <a:t>Support Circle – Community Support Groups Platform</a:t>
            </a:r>
          </a:p>
        </p:txBody>
      </p:sp>
      <p:sp>
        <p:nvSpPr>
          <p:cNvPr id="3" name="Subtitle 2">
            <a:extLst>
              <a:ext uri="{FF2B5EF4-FFF2-40B4-BE49-F238E27FC236}">
                <a16:creationId xmlns:a16="http://schemas.microsoft.com/office/drawing/2014/main" id="{BE1E22AD-9F9E-7A80-4CB5-EF7591A85485}"/>
              </a:ext>
            </a:extLst>
          </p:cNvPr>
          <p:cNvSpPr>
            <a:spLocks noGrp="1"/>
          </p:cNvSpPr>
          <p:nvPr>
            <p:ph type="subTitle" idx="1"/>
          </p:nvPr>
        </p:nvSpPr>
        <p:spPr>
          <a:xfrm>
            <a:off x="462117" y="688105"/>
            <a:ext cx="9144000" cy="6056824"/>
          </a:xfrm>
        </p:spPr>
        <p:txBody>
          <a:bodyPr>
            <a:normAutofit fontScale="25000" lnSpcReduction="20000"/>
          </a:bodyPr>
          <a:lstStyle/>
          <a:p>
            <a:pPr algn="l"/>
            <a:r>
              <a:rPr lang="ar-JO" sz="4800" b="1" dirty="0"/>
              <a:t>Support Circle – Community Support Groups Platform</a:t>
            </a:r>
          </a:p>
          <a:p>
            <a:pPr algn="l"/>
            <a:r>
              <a:rPr lang="ar-JO" sz="4800" b="1" dirty="0"/>
              <a:t>Description</a:t>
            </a:r>
          </a:p>
          <a:p>
            <a:pPr algn="l"/>
            <a:r>
              <a:rPr lang="ar-JO" sz="4800" dirty="0"/>
              <a:t>Support Circle is a web platform that helps people discover, join, and organize support groups based on their interests, challenges, or life experiences. Users can search for nearby groups, participate in events, communicate with group members, and receive recommendations for relevant communities in a safe and moderated environment.</a:t>
            </a:r>
          </a:p>
          <a:p>
            <a:pPr algn="l"/>
            <a:r>
              <a:rPr lang="ar-JO" sz="4800" b="1" dirty="0"/>
              <a:t>Target Audience</a:t>
            </a:r>
          </a:p>
          <a:p>
            <a:pPr lvl="0" algn="l"/>
            <a:r>
              <a:rPr lang="ar-JO" sz="4800" dirty="0"/>
              <a:t>Young adults and university students</a:t>
            </a:r>
          </a:p>
          <a:p>
            <a:pPr lvl="0" algn="l"/>
            <a:r>
              <a:rPr lang="ar-JO" sz="4800" dirty="0"/>
              <a:t>People seeking peer support and social connections</a:t>
            </a:r>
          </a:p>
          <a:p>
            <a:pPr lvl="0" algn="l"/>
            <a:r>
              <a:rPr lang="ar-JO" sz="4800" dirty="0"/>
              <a:t>Community organizations and support group organizers</a:t>
            </a:r>
          </a:p>
          <a:p>
            <a:pPr lvl="0" algn="l"/>
            <a:r>
              <a:rPr lang="ar-JO" sz="4800" dirty="0"/>
              <a:t>Non-profit organizations</a:t>
            </a:r>
          </a:p>
          <a:p>
            <a:pPr algn="l"/>
            <a:r>
              <a:rPr lang="ar-JO" sz="4800" b="1" dirty="0"/>
              <a:t>Profit Method</a:t>
            </a:r>
          </a:p>
          <a:p>
            <a:pPr lvl="0" algn="l"/>
            <a:r>
              <a:rPr lang="ar-JO" sz="4800" dirty="0"/>
              <a:t>Subscription plans for group organizers</a:t>
            </a:r>
          </a:p>
          <a:p>
            <a:pPr lvl="0" algn="l"/>
            <a:r>
              <a:rPr lang="ar-JO" sz="4800" dirty="0"/>
              <a:t>Featured group promotions</a:t>
            </a:r>
          </a:p>
          <a:p>
            <a:pPr lvl="0" algn="l"/>
            <a:r>
              <a:rPr lang="ar-JO" sz="4800" dirty="0"/>
              <a:t>Partnerships with NGOs and community organizations</a:t>
            </a:r>
          </a:p>
          <a:p>
            <a:pPr lvl="0" algn="l"/>
            <a:r>
              <a:rPr lang="ar-JO" sz="4800" dirty="0"/>
              <a:t>Premium tools for event management and analytics</a:t>
            </a:r>
          </a:p>
          <a:p>
            <a:pPr algn="l"/>
            <a:r>
              <a:rPr lang="ar-JO" sz="4800" b="1" dirty="0"/>
              <a:t>Added Value</a:t>
            </a:r>
          </a:p>
          <a:p>
            <a:pPr lvl="0" algn="l"/>
            <a:r>
              <a:rPr lang="ar-JO" sz="4800" dirty="0"/>
              <a:t>Makes it easier to find trusted support communities</a:t>
            </a:r>
          </a:p>
          <a:p>
            <a:pPr lvl="0" algn="l"/>
            <a:r>
              <a:rPr lang="ar-JO" sz="4800" dirty="0"/>
              <a:t>Encourages social connection and community engagement</a:t>
            </a:r>
          </a:p>
          <a:p>
            <a:pPr lvl="0" algn="l"/>
            <a:r>
              <a:rPr lang="ar-JO" sz="4800" dirty="0"/>
              <a:t>Provides a safe and moderated environment</a:t>
            </a:r>
          </a:p>
          <a:p>
            <a:pPr lvl="0" algn="l"/>
            <a:r>
              <a:rPr lang="ar-JO" sz="4800" dirty="0"/>
              <a:t>Centralizes group management, communication, and event organization</a:t>
            </a:r>
          </a:p>
          <a:p>
            <a:pPr lvl="0" algn="l"/>
            <a:r>
              <a:rPr lang="ar-JO" sz="4800" dirty="0"/>
              <a:t>حجز زيارات للمختصين في الدعم </a:t>
            </a:r>
          </a:p>
          <a:p>
            <a:pPr lvl="0" algn="l"/>
            <a:r>
              <a:rPr lang="ar-JO" sz="4800" dirty="0"/>
              <a:t>اقتراح اماكن قريبة وامكانية حجزها</a:t>
            </a:r>
          </a:p>
          <a:p>
            <a:pPr lvl="0" algn="l"/>
            <a:r>
              <a:rPr lang="ar-JO" sz="4800" dirty="0"/>
              <a:t>ال </a:t>
            </a:r>
            <a:r>
              <a:rPr lang="en-US" sz="4800" dirty="0"/>
              <a:t>ai </a:t>
            </a:r>
            <a:r>
              <a:rPr lang="ar-JO" sz="4800" dirty="0"/>
              <a:t>يعمملي خطة محددة </a:t>
            </a:r>
          </a:p>
          <a:p>
            <a:pPr algn="l"/>
            <a:r>
              <a:rPr lang="ar-JO" sz="4800" b="1" dirty="0"/>
              <a:t>AI Features</a:t>
            </a:r>
          </a:p>
          <a:p>
            <a:pPr lvl="0" algn="l"/>
            <a:r>
              <a:rPr lang="ar-JO" sz="4800" dirty="0"/>
              <a:t>Smart recommendation system for suitable groups and events</a:t>
            </a:r>
          </a:p>
          <a:p>
            <a:pPr lvl="0" algn="l"/>
            <a:r>
              <a:rPr lang="ar-JO" sz="4800" dirty="0"/>
              <a:t>AI-powered content moderation to detect harmful or inappropriate content</a:t>
            </a:r>
          </a:p>
          <a:p>
            <a:pPr lvl="0" algn="l"/>
            <a:r>
              <a:rPr lang="ar-JO" sz="4800" dirty="0"/>
              <a:t>AI chatbot to answer user questions and guide them through the platform</a:t>
            </a:r>
          </a:p>
          <a:p>
            <a:pPr lvl="0" algn="l"/>
            <a:r>
              <a:rPr lang="ar-JO" sz="4800" dirty="0"/>
              <a:t>Personalized event and group suggestions based on user interests</a:t>
            </a:r>
          </a:p>
          <a:p>
            <a:endParaRPr lang="ar-JO" dirty="0"/>
          </a:p>
        </p:txBody>
      </p:sp>
    </p:spTree>
    <p:extLst>
      <p:ext uri="{BB962C8B-B14F-4D97-AF65-F5344CB8AC3E}">
        <p14:creationId xmlns:p14="http://schemas.microsoft.com/office/powerpoint/2010/main" val="4188436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1104"/>
          </a:xfrm>
        </p:spPr>
        <p:txBody>
          <a:bodyPr>
            <a:normAutofit fontScale="90000"/>
          </a:bodyPr>
          <a:lstStyle/>
          <a:p>
            <a:r>
              <a:rPr dirty="0"/>
              <a:t>FoodShare – Surplus Food Distribution Platform</a:t>
            </a:r>
          </a:p>
        </p:txBody>
      </p:sp>
      <p:sp>
        <p:nvSpPr>
          <p:cNvPr id="3" name="Content Placeholder 2"/>
          <p:cNvSpPr>
            <a:spLocks noGrp="1"/>
          </p:cNvSpPr>
          <p:nvPr>
            <p:ph idx="1"/>
          </p:nvPr>
        </p:nvSpPr>
        <p:spPr>
          <a:xfrm>
            <a:off x="290052" y="963561"/>
            <a:ext cx="8229600" cy="5619801"/>
          </a:xfrm>
        </p:spPr>
        <p:txBody>
          <a:bodyPr>
            <a:normAutofit fontScale="62500" lnSpcReduction="20000"/>
          </a:bodyPr>
          <a:lstStyle/>
          <a:p>
            <a:r>
              <a:rPr sz="1600" dirty="0"/>
              <a:t>Description:</a:t>
            </a:r>
          </a:p>
          <a:p>
            <a:r>
              <a:rPr sz="1600" dirty="0"/>
              <a:t>A web platform that connects restaurants, bakeries, and hotels with charities and volunteers to distribute surplus edible food to people in need.</a:t>
            </a:r>
          </a:p>
          <a:p>
            <a:endParaRPr sz="1600" dirty="0"/>
          </a:p>
          <a:p>
            <a:r>
              <a:rPr sz="1600" dirty="0"/>
              <a:t>Target Audience:</a:t>
            </a:r>
          </a:p>
          <a:p>
            <a:r>
              <a:rPr sz="1600" dirty="0"/>
              <a:t>- Restaurants, bakeries, and hotels</a:t>
            </a:r>
          </a:p>
          <a:p>
            <a:r>
              <a:rPr sz="1600" dirty="0"/>
              <a:t>- Charitable organizations</a:t>
            </a:r>
          </a:p>
          <a:p>
            <a:r>
              <a:rPr sz="1600" dirty="0"/>
              <a:t>- Volunteers</a:t>
            </a:r>
          </a:p>
          <a:p>
            <a:r>
              <a:rPr sz="1600" dirty="0"/>
              <a:t>- Families in need</a:t>
            </a:r>
          </a:p>
          <a:p>
            <a:endParaRPr sz="1600" dirty="0"/>
          </a:p>
          <a:p>
            <a:r>
              <a:rPr sz="1600" dirty="0"/>
              <a:t>Profit Method:</a:t>
            </a:r>
          </a:p>
          <a:p>
            <a:r>
              <a:rPr sz="1600" dirty="0"/>
              <a:t>- Monthly subscriptions</a:t>
            </a:r>
          </a:p>
          <a:p>
            <a:r>
              <a:rPr sz="1600" dirty="0"/>
              <a:t>- Premium analytics features</a:t>
            </a:r>
          </a:p>
          <a:p>
            <a:r>
              <a:rPr sz="1600" dirty="0"/>
              <a:t>- CSR partnerships</a:t>
            </a:r>
          </a:p>
          <a:p>
            <a:endParaRPr sz="1600" dirty="0"/>
          </a:p>
          <a:p>
            <a:r>
              <a:rPr sz="1600" dirty="0"/>
              <a:t>Added Value:</a:t>
            </a:r>
          </a:p>
          <a:p>
            <a:r>
              <a:rPr sz="1600" dirty="0"/>
              <a:t>- Reduces food waste</a:t>
            </a:r>
          </a:p>
          <a:p>
            <a:r>
              <a:rPr sz="1600" dirty="0"/>
              <a:t>- Supports communities</a:t>
            </a:r>
          </a:p>
          <a:p>
            <a:r>
              <a:rPr sz="1600" dirty="0"/>
              <a:t>- Donation tracking and reporting</a:t>
            </a:r>
          </a:p>
          <a:p>
            <a:endParaRPr sz="1600" dirty="0"/>
          </a:p>
          <a:p>
            <a:r>
              <a:rPr sz="1600" dirty="0"/>
              <a:t>AI Features:</a:t>
            </a:r>
          </a:p>
          <a:p>
            <a:r>
              <a:rPr sz="1600" dirty="0"/>
              <a:t>- Predict surplus food quantities</a:t>
            </a:r>
          </a:p>
          <a:p>
            <a:r>
              <a:rPr sz="1600" dirty="0"/>
              <a:t>- Recommend recipients</a:t>
            </a:r>
          </a:p>
          <a:p>
            <a:r>
              <a:rPr sz="1600" dirty="0"/>
              <a:t>- Categorize food items</a:t>
            </a:r>
          </a:p>
          <a:p>
            <a:r>
              <a:rPr sz="1600" dirty="0"/>
              <a:t>- Prioritize distribution by expiration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1934-9AAC-9746-5AF2-1AE847410619}"/>
              </a:ext>
            </a:extLst>
          </p:cNvPr>
          <p:cNvSpPr>
            <a:spLocks noGrp="1"/>
          </p:cNvSpPr>
          <p:nvPr>
            <p:ph type="ctrTitle"/>
          </p:nvPr>
        </p:nvSpPr>
        <p:spPr>
          <a:xfrm>
            <a:off x="1524000" y="373140"/>
            <a:ext cx="9144000" cy="1040734"/>
          </a:xfrm>
        </p:spPr>
        <p:txBody>
          <a:bodyPr>
            <a:normAutofit fontScale="90000"/>
          </a:bodyPr>
          <a:lstStyle/>
          <a:p>
            <a:r>
              <a:rPr lang="ar-JO" sz="3300" b="1" dirty="0"/>
              <a:t>Kids Career Explorer – Interactive Career Discovery Platform</a:t>
            </a:r>
            <a:br>
              <a:rPr lang="ar-JO" b="1" dirty="0"/>
            </a:br>
            <a:endParaRPr lang="ar-JO" dirty="0"/>
          </a:p>
        </p:txBody>
      </p:sp>
      <p:sp>
        <p:nvSpPr>
          <p:cNvPr id="3" name="Subtitle 2">
            <a:extLst>
              <a:ext uri="{FF2B5EF4-FFF2-40B4-BE49-F238E27FC236}">
                <a16:creationId xmlns:a16="http://schemas.microsoft.com/office/drawing/2014/main" id="{9E098F5E-4FA1-DDB8-1C0C-62C7DE74EF37}"/>
              </a:ext>
            </a:extLst>
          </p:cNvPr>
          <p:cNvSpPr>
            <a:spLocks noGrp="1"/>
          </p:cNvSpPr>
          <p:nvPr>
            <p:ph type="subTitle" idx="1"/>
          </p:nvPr>
        </p:nvSpPr>
        <p:spPr>
          <a:xfrm>
            <a:off x="924232" y="717755"/>
            <a:ext cx="9144000" cy="5378245"/>
          </a:xfrm>
        </p:spPr>
        <p:txBody>
          <a:bodyPr>
            <a:normAutofit fontScale="25000" lnSpcReduction="20000"/>
          </a:bodyPr>
          <a:lstStyle/>
          <a:p>
            <a:pPr algn="l"/>
            <a:r>
              <a:rPr lang="ar-JO" sz="4000" b="1" dirty="0"/>
              <a:t>Description</a:t>
            </a:r>
          </a:p>
          <a:p>
            <a:pPr algn="l"/>
            <a:r>
              <a:rPr lang="ar-JO" sz="4000" dirty="0"/>
              <a:t>Kids Career Explorer is an interactive web platform that helps children discover different careers through fun activities, quizzes, and challenges. The platform introduces professions in a simple and engaging way, allowing children to explore their interests and learn about future career opportunities.</a:t>
            </a:r>
          </a:p>
          <a:p>
            <a:pPr algn="l"/>
            <a:r>
              <a:rPr lang="ar-JO" sz="4000" b="1" dirty="0"/>
              <a:t>Target Audience</a:t>
            </a:r>
          </a:p>
          <a:p>
            <a:pPr lvl="0" algn="l"/>
            <a:r>
              <a:rPr lang="ar-JO" sz="4000" dirty="0"/>
              <a:t>Children aged 8–14</a:t>
            </a:r>
          </a:p>
          <a:p>
            <a:pPr lvl="0" algn="l"/>
            <a:r>
              <a:rPr lang="ar-JO" sz="4000" dirty="0"/>
              <a:t>Parents</a:t>
            </a:r>
          </a:p>
          <a:p>
            <a:pPr lvl="0" algn="l"/>
            <a:r>
              <a:rPr lang="ar-JO" sz="4000" dirty="0"/>
              <a:t>Schools and educational centers</a:t>
            </a:r>
          </a:p>
          <a:p>
            <a:pPr lvl="0" algn="l"/>
            <a:r>
              <a:rPr lang="ar-JO" sz="4000" dirty="0"/>
              <a:t>Career guidance programs</a:t>
            </a:r>
          </a:p>
          <a:p>
            <a:pPr algn="l"/>
            <a:r>
              <a:rPr lang="ar-JO" sz="4000" b="1" dirty="0"/>
              <a:t>Profit Method</a:t>
            </a:r>
          </a:p>
          <a:p>
            <a:pPr lvl="0" algn="l"/>
            <a:r>
              <a:rPr lang="ar-JO" sz="4000" dirty="0"/>
              <a:t>Subscription plans for schools and educational centers</a:t>
            </a:r>
          </a:p>
          <a:p>
            <a:pPr lvl="0" algn="l"/>
            <a:r>
              <a:rPr lang="ar-JO" sz="4000" dirty="0"/>
              <a:t>Premium memberships for parents</a:t>
            </a:r>
          </a:p>
          <a:p>
            <a:pPr algn="l"/>
            <a:r>
              <a:rPr lang="ar-JO" sz="4000" b="1"/>
              <a:t>Added </a:t>
            </a:r>
            <a:r>
              <a:rPr lang="ar-JO" sz="4000" b="1" dirty="0"/>
              <a:t>Value</a:t>
            </a:r>
          </a:p>
          <a:p>
            <a:pPr lvl="0" algn="l"/>
            <a:r>
              <a:rPr lang="ar-JO" sz="4000" dirty="0"/>
              <a:t>Helps children explore careers at an early age</a:t>
            </a:r>
          </a:p>
          <a:p>
            <a:pPr lvl="0" algn="l"/>
            <a:r>
              <a:rPr lang="ar-JO" sz="4000" dirty="0"/>
              <a:t>Makes career guidance fun and interactive</a:t>
            </a:r>
          </a:p>
          <a:p>
            <a:pPr lvl="0" algn="l"/>
            <a:r>
              <a:rPr lang="ar-JO" sz="4000" dirty="0"/>
              <a:t>Encourages self-discovery and skill development</a:t>
            </a:r>
          </a:p>
          <a:p>
            <a:pPr lvl="0" algn="l"/>
            <a:r>
              <a:rPr lang="ar-JO" sz="4000" dirty="0"/>
              <a:t>Supports schools in career awareness programs</a:t>
            </a:r>
          </a:p>
          <a:p>
            <a:pPr algn="l"/>
            <a:r>
              <a:rPr lang="ar-JO" sz="4000" b="1" dirty="0"/>
              <a:t>AI Features</a:t>
            </a:r>
          </a:p>
          <a:p>
            <a:pPr lvl="0" algn="l"/>
            <a:r>
              <a:rPr lang="ar-JO" sz="4000" dirty="0"/>
              <a:t>AI-powered career recommendations based on interests and quiz results</a:t>
            </a:r>
          </a:p>
          <a:p>
            <a:pPr lvl="0" algn="l"/>
            <a:r>
              <a:rPr lang="ar-JO" sz="4000" dirty="0"/>
              <a:t>Interactive AI chatbot that answers questions about careers</a:t>
            </a:r>
          </a:p>
          <a:p>
            <a:pPr lvl="0" algn="l"/>
            <a:r>
              <a:rPr lang="ar-JO" sz="4000" dirty="0"/>
              <a:t>Personalized learning paths for each child</a:t>
            </a:r>
          </a:p>
          <a:p>
            <a:pPr lvl="0" algn="l"/>
            <a:r>
              <a:rPr lang="ar-JO" sz="4000" dirty="0"/>
              <a:t>AI-generated quizzes and challenges tailored to different professions</a:t>
            </a:r>
          </a:p>
          <a:p>
            <a:endParaRPr lang="ar-JO" dirty="0"/>
          </a:p>
        </p:txBody>
      </p:sp>
    </p:spTree>
    <p:extLst>
      <p:ext uri="{BB962C8B-B14F-4D97-AF65-F5344CB8AC3E}">
        <p14:creationId xmlns:p14="http://schemas.microsoft.com/office/powerpoint/2010/main" val="2641901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446</Words>
  <Application>Microsoft Office PowerPoint</Application>
  <PresentationFormat>Widescreen</PresentationFormat>
  <Paragraphs>73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Support Circle – Community Support Groups Platform</vt:lpstr>
      <vt:lpstr>FoodShare – Surplus Food Distribution Platform</vt:lpstr>
      <vt:lpstr>Kids Career Explorer – Interactive Career Discovery Platform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Circle – Community Support Groups Platform</dc:title>
  <dc:creator>CW</dc:creator>
  <cp:lastModifiedBy>Orange</cp:lastModifiedBy>
  <cp:revision>5</cp:revision>
  <dcterms:created xsi:type="dcterms:W3CDTF">2026-09-18T14:32:20Z</dcterms:created>
  <dcterms:modified xsi:type="dcterms:W3CDTF">2026-09-23T12:15:27Z</dcterms:modified>
</cp:coreProperties>
</file>